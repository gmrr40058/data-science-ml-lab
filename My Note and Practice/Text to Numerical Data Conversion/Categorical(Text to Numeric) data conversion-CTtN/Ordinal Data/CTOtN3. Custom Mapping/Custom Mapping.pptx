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9" r:id="rId2"/>
    <p:sldId id="318" r:id="rId3"/>
    <p:sldId id="320" r:id="rId4"/>
    <p:sldId id="321" r:id="rId5"/>
    <p:sldId id="325" r:id="rId6"/>
    <p:sldId id="326" r:id="rId7"/>
    <p:sldId id="322" r:id="rId8"/>
    <p:sldId id="323" r:id="rId9"/>
    <p:sldId id="3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A9CE42-D242-F516-DDE6-42EB9D9CEC98}" name="G M RIFAT REZA" initials="GR" userId="ac0b816459470a8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41699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5690B-1D6D-4F35-AD45-CC03730E727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017D2-6350-4EE4-934F-0B042922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6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Full Control Over Numeric Values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decide exactly which numbers each category gets.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Useful when default encoders (0,1,2…) do not reflect real meaning.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Allows specific values like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10, 50, 100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instead of forced 0..n−1.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Works Perfectly With Domain Knowledge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Lets you encode categories based on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real-world logic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or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expert scoring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 Risk levels → 20, 50, 100 instead of 0,1,2.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Makes features more meaningful for business interpretation.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Creates Meaningful Distances Between Categories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can set the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spacing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(difference) between values.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 “High” can be much higher than “Medium” (e.g., 20 → 100).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Helps models that are sensitive to numeric scales.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Better Control for Non-linear Models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Tree-based models don’t care about the actual numbers but benefit from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consistent custom codes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Custom Mapping makes categorical data cleaner for decision trees, random forests,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XGBoost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, etc.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Simple, Transparent, and Easy to Implement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Just a Python dictionary + </a:t>
            </a:r>
            <a:r>
              <a:rPr lang="en-US" sz="120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.map()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or </a:t>
            </a:r>
            <a:r>
              <a:rPr lang="en-US" sz="120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.replace()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training phase like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sklearn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encoders.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Easy to debug and understand for beginners.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Allows Handling Rare or Special Categories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can assign custom values for: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“Other”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“Unknown”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Rare categories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Missing data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Makes the encoding more flexible.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3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75D89-DBD2-79E6-5035-18FDF899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257C6-37E0-7B6D-23C2-2B6B4775B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63DCD-B335-D983-67E8-EE41557EA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Risk of Introducing False Numeric Meaning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numbers are chosen poorly, they may create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fake relationships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 assigning “Red=1, Blue=2, Green=3” suggests Red &lt; Blue &lt; Green, which may be wrong.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Requires Strong Domain Knowledge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must know the real-world meaning to pick correct values.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Wrong mapping can mislead the model more than using automatic encoders.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 Suitable for Nominal (unordered) Data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categories with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natural order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(e.g., colors, names, cities),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custom mapping can confuse models by implying an order that doesn’t exist.</a:t>
            </a:r>
          </a:p>
          <a:p>
            <a:pPr marL="457200" lvl="1" indent="0">
              <a:buFont typeface="+mj-lt"/>
              <a:buNone/>
            </a:pP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Manual and Error-Prone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must create and maintain dictionaries yourself.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many columns or categories, it becomes time-consuming.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Typos or missing keys produce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NaN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unexpectedly.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Hard to Generalize or Automate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Unlike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sklearn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encoders, custom mapping does not “fit” or learn categories.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Needs manual updates if new categories appear in future data.</a:t>
            </a:r>
            <a:b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Can Mislead Linear Models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the numbers have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wrong spacing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, linear models may learn incorrect patterns.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 mapping Small=1, Medium=2, Large=3 forces equal gaps, which may be unrealistic.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0A82-C26B-FB03-0787-3837FF8C8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2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Controls numeric scale </a:t>
            </a:r>
            <a:r>
              <a:rPr lang="en-US" dirty="0"/>
              <a:t>- Who decides what numbers are assigned to each category?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r>
              <a:rPr lang="en-US" b="1" dirty="0"/>
              <a:t>⭐ What does “Works with domain knowledge?” mean?</a:t>
            </a:r>
          </a:p>
          <a:p>
            <a:r>
              <a:rPr lang="en-US" b="1" dirty="0"/>
              <a:t>👉 It means:</a:t>
            </a:r>
          </a:p>
          <a:p>
            <a:r>
              <a:rPr lang="en-US" b="1" dirty="0"/>
              <a:t>Can you use your own real-world knowledge to choose the numeric values?</a:t>
            </a:r>
            <a:endParaRPr lang="en-US" dirty="0"/>
          </a:p>
          <a:p>
            <a:r>
              <a:rPr lang="en-US" dirty="0"/>
              <a:t>“Domain knowledge” = your understanding of the real situation or business meaning.</a:t>
            </a:r>
          </a:p>
          <a:p>
            <a:endParaRPr lang="en-US" dirty="0"/>
          </a:p>
          <a:p>
            <a:r>
              <a:rPr lang="en-US" dirty="0"/>
              <a:t>So, the question is:</a:t>
            </a:r>
          </a:p>
          <a:p>
            <a:r>
              <a:rPr lang="en-US" b="1" dirty="0"/>
              <a:t>Does this encoding method allow you to choose numbers based on real-world meaning?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3997-91B7-FB0A-1A31-82315DE93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941EF-2B3A-3430-943A-A9CD07AAD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20171-37D3-E730-7C1F-6FB4C5E9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EF08D-F448-A586-1017-9538E4E5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A4A0-58E8-884C-AE6F-ECE653BB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7917-BEF9-99FE-48B8-38429EC6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6666-3804-AD3E-E043-683AF2FA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D41B-7F5E-3A29-112F-2E6D6DA4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3B55-29A2-5BFC-ED11-2BBC2363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FAA5-E843-0204-EC09-AEB83990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8D34-8D8D-91B6-40EC-E5697E36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B8AA4-D4E0-96E6-40BC-87A557EDB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C75EF-1B91-A092-8C2A-1FE7A1C6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F9696-F077-E919-AA89-68F66667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C4A77-AC0E-5468-6434-ADD633CB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6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DD02-86E0-82FD-EE12-F837231C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BA68-640D-535A-498C-82DFE3708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E463E-A358-44E4-F808-93C44079B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0B5DE-9EA3-3B0D-576E-42A5C0A5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36414-2CF1-4BFE-6DA4-B39612E4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30BF9-AEDE-DD27-E140-4BEF4421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3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E1C6-43C5-6EFF-DC3F-26BB78405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0902-1ADF-BD87-FA09-8C16851BD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5479C-6601-34FA-AD12-073CD55E8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2444E-D7B3-73FF-2995-058F247F5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7E0D3-F761-E95B-5372-E159EF29B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1415E-58D4-AE5A-1C2B-F656F343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B181B-4F05-7F03-3E48-EA0E84C8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E4269-A6D3-12B0-488F-9EE19665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4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AF57-6068-B9DD-262D-1F42E99E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794DC-07AC-F01D-24D6-1722538E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A188B-835B-3E8B-0AF7-37BCEF30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80918-9B26-6211-EDEE-10C87FA4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4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BACB6-7980-6DA4-9E3F-AA755D72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01729-C157-1AD3-F80C-313D72B8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B13ED-1B01-969B-B9C9-13BC2F20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27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6DC2-4C94-1F18-39BF-FEEC3B20D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E4C3-85A3-0B3B-38BF-3EFE74FD4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0378C-D758-9525-028E-13004F695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A76E-9567-ECEC-B03D-CC6D1378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0DE22-5C5E-7539-20EC-E220DF7D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0466D-162F-B51F-DC35-8E65C106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4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17DC-E0D1-94A7-BEBB-DABF1930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8427C-D781-98E3-DB19-926E8942F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1CE02-AFC0-6D13-BAEE-F18682534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513B-244B-56EC-81C6-074FB4AF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920C3-30FA-E517-49FB-14AE89D3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87FC2-8841-0E4C-9A04-83E70347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6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7A80-6711-82C7-3825-29E8C3E4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08FD9-9D6E-1948-8CF4-BFACE8F3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ABF11-9D8E-DD62-1631-F2401F56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ECC07-5E7E-B7CC-D379-EA6D438D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CFD0-C6A9-D165-5251-028023D4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0EB82-031E-8AA7-AC9D-692AEFEF5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D78AC-BD96-8804-D188-1DEC7D8A3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3D1CD-C946-102B-704D-184E1483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55559-BEB3-1986-D81D-5F23971E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2589C-210F-54B6-BCF1-5A7CB1DC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4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3244E-990C-3EDD-0894-A75A363C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AB60C-1BF9-F506-71F5-7F6D30207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3606-AFFE-1550-6B87-760212535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BE5C9-5512-4744-8F0F-77544735312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C194-B156-73A4-175C-45B890A56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DC117-4C4D-CA4C-525B-FA526B206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Ordinal%20Data/CTOtN3.%20Custom%20Mapping/custom_mapping.ipyn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5253-957F-FAAB-CBA0-F5DE0CA73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000" dirty="0">
                <a:latin typeface="Bebas Neue" panose="020B0606020202050201" pitchFamily="34" charset="0"/>
              </a:rPr>
              <a:t>Custom Mapping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DF00B-8BE7-56B4-161E-B995F9354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Transforming Categorical Values into User-Defined Numerical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88247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1E38-FE52-92FB-4271-5A11C77F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2A10-F79A-7152-D840-4A327737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What is Custom mapping?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5AA84-B95E-8D61-9797-15F1C408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Custom Mapping is a manual encoding technique where you choose the numeric values for each category.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converts categorical data into numbers using a user-defined dictionary.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Unlike automatic encoders, you control the meaning and scale of the numbers.</a:t>
            </a:r>
          </a:p>
        </p:txBody>
      </p:sp>
    </p:spTree>
    <p:extLst>
      <p:ext uri="{BB962C8B-B14F-4D97-AF65-F5344CB8AC3E}">
        <p14:creationId xmlns:p14="http://schemas.microsoft.com/office/powerpoint/2010/main" val="391801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B559-8550-E7A0-28D6-AA43D8A6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E716-0D60-B7AD-68CC-D68CA721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use Custom mapping?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C871A-5668-74C2-2A90-619E858F5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you need specific numeric values (e.g., 10/20/30 instead of 0/1/2).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your ML model requires meaningful distances between categories.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default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OrdinalEncoder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not flexible enough.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Useful for domain knowledge–based encoding (e.g., danger levels, price tiers, risk categories).</a:t>
            </a:r>
          </a:p>
        </p:txBody>
      </p:sp>
    </p:spTree>
    <p:extLst>
      <p:ext uri="{BB962C8B-B14F-4D97-AF65-F5344CB8AC3E}">
        <p14:creationId xmlns:p14="http://schemas.microsoft.com/office/powerpoint/2010/main" val="397195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F159-B69E-1696-1746-4A501D09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1C43-4BAF-2A47-1559-AD40B342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Custom mapping works?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9A670-7AA8-F865-75E8-078B88CA4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Create a mapping dictionary</a:t>
            </a:r>
          </a:p>
          <a:p>
            <a:pPr marL="457200" lvl="1" indent="0" algn="just">
              <a:buNone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mapping = {"Small": 10, "Medium": 11, "Large": 12}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 the mapping to a column</a:t>
            </a:r>
          </a:p>
          <a:p>
            <a:pPr marL="914400" lvl="2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df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["Size"] = 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df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["Size"].map(mapping)</a:t>
            </a: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914400" lvl="2" indent="0" algn="just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Pandas replaces each category with the number you defined.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Unknown values → become </a:t>
            </a:r>
            <a:r>
              <a:rPr lang="en-US" sz="26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NaN</a:t>
            </a:r>
            <a:r>
              <a:rPr lang="en-US" sz="2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(if using .map()).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D9F72F-BDE9-61F8-C29C-699F608E2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248468"/>
              </p:ext>
            </p:extLst>
          </p:nvPr>
        </p:nvGraphicFramePr>
        <p:xfrm>
          <a:off x="1677436" y="2753739"/>
          <a:ext cx="1274445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445">
                  <a:extLst>
                    <a:ext uri="{9D8B030D-6E8A-4147-A177-3AD203B41FA5}">
                      <a16:colId xmlns:a16="http://schemas.microsoft.com/office/drawing/2014/main" val="1901598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  <a:endParaRPr lang="en-US" sz="22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60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228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9425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94021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977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809693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2567C4-C5A5-6B88-FACC-492E23BED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68258"/>
              </p:ext>
            </p:extLst>
          </p:nvPr>
        </p:nvGraphicFramePr>
        <p:xfrm>
          <a:off x="4821555" y="2753739"/>
          <a:ext cx="3368675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445">
                  <a:extLst>
                    <a:ext uri="{9D8B030D-6E8A-4147-A177-3AD203B41FA5}">
                      <a16:colId xmlns:a16="http://schemas.microsoft.com/office/drawing/2014/main" val="1901598713"/>
                    </a:ext>
                  </a:extLst>
                </a:gridCol>
                <a:gridCol w="2094230">
                  <a:extLst>
                    <a:ext uri="{9D8B030D-6E8A-4147-A177-3AD203B41FA5}">
                      <a16:colId xmlns:a16="http://schemas.microsoft.com/office/drawing/2014/main" val="1965195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  <a:endParaRPr lang="en-US" sz="22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Size_encoded</a:t>
                      </a:r>
                      <a:endParaRPr lang="en-US" sz="22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60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228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9425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94021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977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8096932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ADBE84-7AC0-1144-6162-1BAA02A62F9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951881" y="3957699"/>
            <a:ext cx="186967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51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CAD7-44E0-97EA-4EFB-858FBB5B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83B0-F453-452D-2EF4-157449FA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Advantages of Custom Mapping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48C43-0A77-43D9-B3DF-85E59E36F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205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Full Control Over Numeric Values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Works Perfectly With Domain Knowledge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Creates Meaningful Distances Between Categories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Better Control for Non-linear Models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Simple, Transparent, and Easy to Implement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Allows Handling Rare or Special Categories</a:t>
            </a:r>
          </a:p>
        </p:txBody>
      </p:sp>
    </p:spTree>
    <p:extLst>
      <p:ext uri="{BB962C8B-B14F-4D97-AF65-F5344CB8AC3E}">
        <p14:creationId xmlns:p14="http://schemas.microsoft.com/office/powerpoint/2010/main" val="215185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2389-3094-6676-BD0E-61A157A7F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916D-8B29-8326-5552-8E654FE1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Limitations of Custom Mapping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3A14A-F344-D8B0-3000-59B8DDCC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205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Risk of Introducing False Numeric Meaning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Requires Strong Domain Knowledge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 Suitable for Nominal (unordered) Data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Manual and Error-Prone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Hard to Generalize or Automate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Can Mislead Linear Models</a:t>
            </a:r>
          </a:p>
        </p:txBody>
      </p:sp>
    </p:spTree>
    <p:extLst>
      <p:ext uri="{BB962C8B-B14F-4D97-AF65-F5344CB8AC3E}">
        <p14:creationId xmlns:p14="http://schemas.microsoft.com/office/powerpoint/2010/main" val="103457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8363-AB63-E8E9-0FB8-F83E9D8B4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38B4-8867-38BA-7FC7-6287E294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Custom mapping vs Ordinal encoding</a:t>
            </a:r>
            <a:endParaRPr lang="en-US" sz="3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4F474ED-CED1-67E5-9284-16AB3FD1A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016769"/>
              </p:ext>
            </p:extLst>
          </p:nvPr>
        </p:nvGraphicFramePr>
        <p:xfrm>
          <a:off x="861378" y="1965584"/>
          <a:ext cx="1049242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8643">
                  <a:extLst>
                    <a:ext uri="{9D8B030D-6E8A-4147-A177-3AD203B41FA5}">
                      <a16:colId xmlns:a16="http://schemas.microsoft.com/office/drawing/2014/main" val="2672643666"/>
                    </a:ext>
                  </a:extLst>
                </a:gridCol>
                <a:gridCol w="2608580">
                  <a:extLst>
                    <a:ext uri="{9D8B030D-6E8A-4147-A177-3AD203B41FA5}">
                      <a16:colId xmlns:a16="http://schemas.microsoft.com/office/drawing/2014/main" val="38702704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45128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Custom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Ordinal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6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Who chooses numbers?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You</a:t>
                      </a: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choose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sklearn chooses (0,1,2…)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9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Controls order?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01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Controls numeric scale?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58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Allows any number?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 (always 0..n-1)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71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Works with domain knowledge?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Perfectly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00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6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5A08-9B7A-1EB2-810F-C0545CD5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5AA6-930F-AB9D-F5DF-CA4E256D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to use Custom mapping?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8C6EC-B9C3-A283-E2D0-B488C66BD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categories have meaningful levels (e.g., Low &lt; Medium &lt; High).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you want non-standard numeric codes (10, 50, 100).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integrating domain-specific scoring into ML.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preparing data for tree models (Trees can handle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NaN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safely).</a:t>
            </a:r>
          </a:p>
        </p:txBody>
      </p:sp>
    </p:spTree>
    <p:extLst>
      <p:ext uri="{BB962C8B-B14F-4D97-AF65-F5344CB8AC3E}">
        <p14:creationId xmlns:p14="http://schemas.microsoft.com/office/powerpoint/2010/main" val="165616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294B-978D-A1E6-AA7A-EA2779F3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CE06-022C-7E5E-FF42-44C7344D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to use Custom mapping?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A3A46-9754-0AD9-AB60-E95630025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categories have meaningful levels (e.g., Low &lt; Medium &lt; High).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you want non-standard numeric codes (10, 50, 100).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integrating domain-specific scoring into ML.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preparing data for tree models (Trees can handle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NaN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safely).</a:t>
            </a:r>
          </a:p>
        </p:txBody>
      </p:sp>
    </p:spTree>
    <p:extLst>
      <p:ext uri="{BB962C8B-B14F-4D97-AF65-F5344CB8AC3E}">
        <p14:creationId xmlns:p14="http://schemas.microsoft.com/office/powerpoint/2010/main" val="395334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971</Words>
  <Application>Microsoft Office PowerPoint</Application>
  <PresentationFormat>Widescreen</PresentationFormat>
  <Paragraphs>148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Open Sans</vt:lpstr>
      <vt:lpstr>Office Theme</vt:lpstr>
      <vt:lpstr>Custom Mapping in Machine Learning</vt:lpstr>
      <vt:lpstr>What is Custom mapping?</vt:lpstr>
      <vt:lpstr>Why use Custom mapping?</vt:lpstr>
      <vt:lpstr>How Custom mapping works?</vt:lpstr>
      <vt:lpstr>Advantages of Custom Mapping</vt:lpstr>
      <vt:lpstr>Limitations of Custom Mapping</vt:lpstr>
      <vt:lpstr>Custom mapping vs Ordinal encoding</vt:lpstr>
      <vt:lpstr>When to use Custom mapping?</vt:lpstr>
      <vt:lpstr>When to use Custom mapping?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20</cp:revision>
  <dcterms:created xsi:type="dcterms:W3CDTF">2025-11-19T06:58:47Z</dcterms:created>
  <dcterms:modified xsi:type="dcterms:W3CDTF">2025-11-23T12:48:08Z</dcterms:modified>
</cp:coreProperties>
</file>